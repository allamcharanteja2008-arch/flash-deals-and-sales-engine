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p:cViewPr>
        <p:scale>
          <a:sx n="100" d="100"/>
          <a:sy n="100" d="100"/>
        </p:scale>
        <p:origin x="907" y="-42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6/11/2026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Flash Deals And Sales Engine</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 A. Charan Teja                        roll: 2520030418</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  D . Venkata Mahith                     roll: 2520030497</a:t>
            </a:r>
          </a:p>
          <a:p>
            <a:pPr marR="0" algn="ctr" eaLnBrk="1" hangingPunct="1">
              <a:lnSpc>
                <a:spcPct val="80000"/>
              </a:lnSpc>
              <a:defRPr/>
            </a:pPr>
            <a:r>
              <a:rPr lang="en-US" sz="3600" b="1" dirty="0">
                <a:solidFill>
                  <a:srgbClr val="00B0F0"/>
                </a:solidFill>
                <a:latin typeface="Times New Roman" pitchFamily="18" charset="0"/>
                <a:cs typeface="Times New Roman" pitchFamily="18" charset="0"/>
              </a:rPr>
              <a:t>Team Number: 1</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 Pavithra</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92500" lnSpcReduction="20000"/>
          </a:bodyPr>
          <a:lstStyle/>
          <a:p>
            <a:r>
              <a:rPr lang="en-IN" dirty="0"/>
              <a:t>The </a:t>
            </a:r>
            <a:r>
              <a:rPr lang="en-IN" b="1" dirty="0"/>
              <a:t>Flash Sales and Deals Engine</a:t>
            </a:r>
            <a:r>
              <a:rPr lang="en-IN" dirty="0"/>
              <a:t> is a web-based platform developed to simplify the management of promotional campaigns, flash sales, and special discount offers in e-commerce applications. The system enables administrators to create, schedule, and monitor limited-time deals while providing customers with an easy way to discover and purchase discounted products. By automating promotional activities and offering real-time updates, the platform improves customer engagement, increases sales, and enhances the overall shopping experience.</a:t>
            </a:r>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77500" lnSpcReduction="20000"/>
          </a:bodyPr>
          <a:lstStyle/>
          <a:p>
            <a:r>
              <a:rPr lang="en-IN" dirty="0"/>
              <a:t>In today's competitive e-commerce environment, and the businesses rely heavily on promotional campaigns and flash sales to attract customers and boost revenue. However, managing these campaigns manually can be complex and inefficient, especially when dealing with large product inventories and multiple offers simultaneously. The Flash Sales and Deals Engine provides an automated solution that streamlines deal management, improves operational efficiency, and ensures that customers receive timely and relevant promotional offers. The system helps businesses maximize the effectiveness of their marketing strategies while delivering a seamless shopping experience to users.</a:t>
            </a:r>
            <a:endParaRPr lang="en-US" dirty="0"/>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85000" lnSpcReduction="20000"/>
          </a:bodyPr>
          <a:lstStyle/>
          <a:p>
            <a:r>
              <a:rPr lang="en-IN" dirty="0"/>
              <a:t>Many e-commerce businesses face challenges in the effectively managing promotional campaigns and delivering personalized offers to customers. Traditional systems often lack automation, resulting in difficulties such as delayed updates, inaccurate inventory management, and poor customer engagement. Furthermore, customers may miss attractive deals due to the absence of a centralized platform for managing and displaying offers. Therefore, there is a need for an efficient system that automates deal creation, scheduling, monitoring, and reporting while ensuring a smooth and engaging user experience.</a:t>
            </a:r>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p:txBody>
          <a:bodyPr>
            <a:normAutofit fontScale="47500" lnSpcReduction="20000"/>
          </a:bodyPr>
          <a:lstStyle/>
          <a:p>
            <a:r>
              <a:rPr lang="en-US" dirty="0"/>
              <a:t>Admin</a:t>
            </a:r>
          </a:p>
          <a:p>
            <a:r>
              <a:rPr lang="en-US" dirty="0"/>
              <a:t>   ↓</a:t>
            </a:r>
          </a:p>
          <a:p>
            <a:r>
              <a:rPr lang="en-US" dirty="0"/>
              <a:t>Deal Creation</a:t>
            </a:r>
          </a:p>
          <a:p>
            <a:r>
              <a:rPr lang="en-US" dirty="0"/>
              <a:t>   ↓</a:t>
            </a:r>
          </a:p>
          <a:p>
            <a:r>
              <a:rPr lang="en-US" dirty="0"/>
              <a:t>Deal Validation</a:t>
            </a:r>
          </a:p>
          <a:p>
            <a:r>
              <a:rPr lang="en-US" dirty="0"/>
              <a:t>   ↓</a:t>
            </a:r>
          </a:p>
          <a:p>
            <a:r>
              <a:rPr lang="en-US" dirty="0"/>
              <a:t>Deal Publishing</a:t>
            </a:r>
          </a:p>
          <a:p>
            <a:r>
              <a:rPr lang="en-US" dirty="0"/>
              <a:t>   ↓</a:t>
            </a:r>
          </a:p>
          <a:p>
            <a:r>
              <a:rPr lang="en-US" dirty="0"/>
              <a:t>Customer Browsing</a:t>
            </a:r>
          </a:p>
          <a:p>
            <a:r>
              <a:rPr lang="en-US" dirty="0"/>
              <a:t>   ↓</a:t>
            </a:r>
          </a:p>
          <a:p>
            <a:r>
              <a:rPr lang="en-US" dirty="0"/>
              <a:t>Cart &amp; Checkout</a:t>
            </a:r>
          </a:p>
          <a:p>
            <a:r>
              <a:rPr lang="en-US" dirty="0"/>
              <a:t>   ↓</a:t>
            </a:r>
          </a:p>
          <a:p>
            <a:r>
              <a:rPr lang="en-US" dirty="0"/>
              <a:t>Order Processing</a:t>
            </a:r>
          </a:p>
          <a:p>
            <a:r>
              <a:rPr lang="en-US" dirty="0"/>
              <a:t>   ↓</a:t>
            </a:r>
          </a:p>
          <a:p>
            <a:r>
              <a:rPr lang="en-US" dirty="0"/>
              <a:t>Inventory Update</a:t>
            </a:r>
          </a:p>
          <a:p>
            <a:r>
              <a:rPr lang="en-US" dirty="0"/>
              <a:t>   ↓</a:t>
            </a:r>
          </a:p>
          <a:p>
            <a:r>
              <a:rPr lang="en-US" dirty="0"/>
              <a:t>Sales Analytics</a:t>
            </a:r>
          </a:p>
          <a:p>
            <a:r>
              <a:rPr lang="en-US" dirty="0"/>
              <a:t>   ↓</a:t>
            </a:r>
          </a:p>
          <a:p>
            <a:r>
              <a:rPr lang="en-US" dirty="0"/>
              <a:t>Report Generation</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85000" lnSpcReduction="20000"/>
          </a:bodyPr>
          <a:lstStyle/>
          <a:p>
            <a:r>
              <a:rPr lang="en-IN" dirty="0"/>
              <a:t>The primary objective of the project is to automate the process of creating and managing flash sales, thereby reducing manual effort and minimizing errors. Another objective is to improve customer engagement by providing attractive and personalized deals. The system also aims to offer real-time updates on product availability and pricing, ensuring transparency and reliability. Additionally, it seeks to increase sales and revenue through effective promotional strategies while generating analytical reports that support data-driven decision-making. These objectives contribute to improving business efficiency and customer satisfaction.</a:t>
            </a:r>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10" name="Header Bar"/>
          <p:cNvSpPr>
            <a:spLocks noGrp="1"/>
          </p:cNvSpPr>
          <p:nvPr/>
        </p:nvSpPr>
        <p:spPr>
          <a:xfrm>
            <a:off x="457200" y="1143000"/>
            <a:ext cx="8229600" cy="320040"/>
          </a:xfrm>
          <a:prstGeom prst="rect">
            <a:avLst/>
          </a:prstGeom>
          <a:solidFill>
            <a:srgbClr val="0070C0"/>
          </a:solidFill>
          <a:ln>
            <a:noFill/>
          </a:ln>
        </p:spPr>
        <p:txBody>
          <a:bodyPr/>
          <a:lstStyle/>
          <a:p>
            <a:endParaRPr lang="en-US" dirty="0"/>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143000"/>
            <a:ext cx="8229600" cy="4800600"/>
          </a:xfrm>
        </p:spPr>
        <p:txBody>
          <a:bodyPr>
            <a:normAutofit fontScale="77500" lnSpcReduction="20000"/>
          </a:bodyPr>
          <a:lstStyle/>
          <a:p>
            <a:r>
              <a:rPr lang="en-IN" sz="1400" b="1" dirty="0"/>
              <a:t>CO1</a:t>
            </a:r>
          </a:p>
          <a:p>
            <a:r>
              <a:rPr lang="en-IN" sz="1400" b="1" dirty="0"/>
              <a:t>Home Page</a:t>
            </a:r>
            <a:r>
              <a:rPr lang="en-IN" sz="1400" dirty="0"/>
              <a:t> → Component-driven UI, declarative rendering, Virtual DOM </a:t>
            </a:r>
          </a:p>
          <a:p>
            <a:r>
              <a:rPr lang="en-IN" sz="1400" b="1" dirty="0"/>
              <a:t>Deals Dashboard</a:t>
            </a:r>
            <a:r>
              <a:rPr lang="en-IN" sz="1400" dirty="0"/>
              <a:t> → Unidirectional data flow, state lifting, API integration </a:t>
            </a:r>
          </a:p>
          <a:p>
            <a:r>
              <a:rPr lang="en-IN" sz="1400" b="1" dirty="0"/>
              <a:t>Flash Sale Page</a:t>
            </a:r>
            <a:r>
              <a:rPr lang="en-IN" sz="1400" dirty="0"/>
              <a:t> → </a:t>
            </a:r>
            <a:r>
              <a:rPr lang="en-IN" sz="1400" dirty="0" err="1"/>
              <a:t>CountdownTimer</a:t>
            </a:r>
            <a:r>
              <a:rPr lang="en-IN" sz="1400" dirty="0"/>
              <a:t> component, reconciliation, re-rendering </a:t>
            </a:r>
          </a:p>
          <a:p>
            <a:r>
              <a:rPr lang="en-IN" sz="1400" b="1" dirty="0"/>
              <a:t>CO2</a:t>
            </a:r>
          </a:p>
          <a:p>
            <a:r>
              <a:rPr lang="en-IN" sz="1400" b="1" dirty="0"/>
              <a:t>User Registration &amp; Login</a:t>
            </a:r>
            <a:r>
              <a:rPr lang="en-IN" sz="1400" dirty="0"/>
              <a:t> → ES6+ patterns, </a:t>
            </a:r>
            <a:r>
              <a:rPr lang="en-IN" sz="1400" dirty="0" err="1"/>
              <a:t>useState</a:t>
            </a:r>
            <a:r>
              <a:rPr lang="en-IN" sz="1400" dirty="0"/>
              <a:t>, controlled forms, async/await </a:t>
            </a:r>
          </a:p>
          <a:p>
            <a:r>
              <a:rPr lang="en-IN" sz="1400" b="1" dirty="0"/>
              <a:t>Product Listing Page</a:t>
            </a:r>
            <a:r>
              <a:rPr lang="en-IN" sz="1400" dirty="0"/>
              <a:t> → Async fetch, skeleton UI, container-presenter pattern </a:t>
            </a:r>
          </a:p>
          <a:p>
            <a:r>
              <a:rPr lang="en-IN" sz="1400" b="1" dirty="0"/>
              <a:t>Inventory Management</a:t>
            </a:r>
            <a:r>
              <a:rPr lang="en-IN" sz="1400" dirty="0"/>
              <a:t> → Server API (index.js), async data, stale state handling </a:t>
            </a:r>
          </a:p>
          <a:p>
            <a:r>
              <a:rPr lang="en-IN" sz="1400" b="1" dirty="0"/>
              <a:t>CO3</a:t>
            </a:r>
          </a:p>
          <a:p>
            <a:r>
              <a:rPr lang="en-IN" sz="1400" b="1" dirty="0"/>
              <a:t>User Registration &amp; Login</a:t>
            </a:r>
            <a:r>
              <a:rPr lang="en-IN" sz="1400" dirty="0"/>
              <a:t> → ES6+ patterns, </a:t>
            </a:r>
            <a:r>
              <a:rPr lang="en-IN" sz="1400" dirty="0" err="1"/>
              <a:t>useState</a:t>
            </a:r>
            <a:r>
              <a:rPr lang="en-IN" sz="1400" dirty="0"/>
              <a:t>, controlled forms, async/await </a:t>
            </a:r>
          </a:p>
          <a:p>
            <a:r>
              <a:rPr lang="en-IN" sz="1400" b="1" dirty="0"/>
              <a:t>Flash Sale Page</a:t>
            </a:r>
            <a:r>
              <a:rPr lang="en-IN" sz="1400" dirty="0"/>
              <a:t> → </a:t>
            </a:r>
            <a:r>
              <a:rPr lang="en-IN" sz="1400" dirty="0" err="1"/>
              <a:t>CountdownTimer</a:t>
            </a:r>
            <a:r>
              <a:rPr lang="en-IN" sz="1400" dirty="0"/>
              <a:t> component, reconciliation, re-rendering </a:t>
            </a:r>
          </a:p>
          <a:p>
            <a:r>
              <a:rPr lang="en-IN" sz="1400" b="1" dirty="0"/>
              <a:t>Shopping Cart</a:t>
            </a:r>
            <a:r>
              <a:rPr lang="en-IN" sz="1400" dirty="0"/>
              <a:t> → </a:t>
            </a:r>
            <a:r>
              <a:rPr lang="en-IN" sz="1400" dirty="0" err="1"/>
              <a:t>CartSidebar</a:t>
            </a:r>
            <a:r>
              <a:rPr lang="en-IN" sz="1400" dirty="0"/>
              <a:t> state </a:t>
            </a:r>
            <a:r>
              <a:rPr lang="en-IN" sz="1400" dirty="0" err="1"/>
              <a:t>mgmt</a:t>
            </a:r>
            <a:r>
              <a:rPr lang="en-IN" sz="1400" dirty="0"/>
              <a:t>, qty update, lifted state (App.js) </a:t>
            </a:r>
          </a:p>
          <a:p>
            <a:r>
              <a:rPr lang="en-IN" sz="1400" b="1" dirty="0"/>
              <a:t>Checkout &amp; Payment</a:t>
            </a:r>
            <a:r>
              <a:rPr lang="en-IN" sz="1400" dirty="0"/>
              <a:t> → </a:t>
            </a:r>
            <a:r>
              <a:rPr lang="en-IN" sz="1400" dirty="0" err="1"/>
              <a:t>CheckoutModal</a:t>
            </a:r>
            <a:r>
              <a:rPr lang="en-IN" sz="1400" dirty="0"/>
              <a:t>, multi-step form, validation, OTP verify </a:t>
            </a:r>
          </a:p>
          <a:p>
            <a:r>
              <a:rPr lang="en-IN" sz="1400" b="1" dirty="0"/>
              <a:t>CO4</a:t>
            </a:r>
          </a:p>
          <a:p>
            <a:r>
              <a:rPr lang="en-IN" sz="1400" b="1" dirty="0"/>
              <a:t>Deals Dashboard</a:t>
            </a:r>
            <a:r>
              <a:rPr lang="en-IN" sz="1400" dirty="0"/>
              <a:t> → Unidirectional data flow, state lifting, API integration </a:t>
            </a:r>
          </a:p>
          <a:p>
            <a:r>
              <a:rPr lang="en-IN" sz="1400" b="1" dirty="0"/>
              <a:t>Product Listing Page</a:t>
            </a:r>
            <a:r>
              <a:rPr lang="en-IN" sz="1400" dirty="0"/>
              <a:t> → Async fetch, skeleton UI, container-presenter pattern </a:t>
            </a:r>
          </a:p>
          <a:p>
            <a:r>
              <a:rPr lang="en-IN" sz="1400" b="1" dirty="0"/>
              <a:t>Order Management</a:t>
            </a:r>
            <a:r>
              <a:rPr lang="en-IN" sz="1400" dirty="0"/>
              <a:t> → </a:t>
            </a:r>
            <a:r>
              <a:rPr lang="en-IN" sz="1400" dirty="0" err="1"/>
              <a:t>OrdersPage</a:t>
            </a:r>
            <a:r>
              <a:rPr lang="en-IN" sz="1400" dirty="0"/>
              <a:t>, SPA routing (/orders), protected routes </a:t>
            </a:r>
          </a:p>
          <a:p>
            <a:r>
              <a:rPr lang="en-IN" sz="1400" b="1" dirty="0"/>
              <a:t>Admin Deal Management</a:t>
            </a:r>
            <a:r>
              <a:rPr lang="en-IN" sz="1400" dirty="0"/>
              <a:t> → React Context (</a:t>
            </a:r>
            <a:r>
              <a:rPr lang="en-IN" sz="1400" dirty="0" err="1"/>
              <a:t>AuthContext</a:t>
            </a:r>
            <a:r>
              <a:rPr lang="en-IN" sz="1400" dirty="0"/>
              <a:t>), global state, derived state </a:t>
            </a:r>
          </a:p>
          <a:p>
            <a:r>
              <a:rPr lang="en-IN" sz="1400" b="1" dirty="0"/>
              <a:t>Inventory Management</a:t>
            </a:r>
            <a:r>
              <a:rPr lang="en-IN" sz="1400" dirty="0"/>
              <a:t> → Server API (index.js), async data, stale state handling </a:t>
            </a:r>
          </a:p>
          <a:p>
            <a:r>
              <a:rPr lang="en-IN" sz="1400" b="1" dirty="0"/>
              <a:t>CO5</a:t>
            </a:r>
          </a:p>
          <a:p>
            <a:r>
              <a:rPr lang="en-IN" sz="1400" b="1" dirty="0"/>
              <a:t>Checkout &amp; Payment</a:t>
            </a:r>
            <a:r>
              <a:rPr lang="en-IN" sz="1400" dirty="0"/>
              <a:t> → </a:t>
            </a:r>
            <a:r>
              <a:rPr lang="en-IN" sz="1400" dirty="0" err="1"/>
              <a:t>CheckoutModal</a:t>
            </a:r>
            <a:r>
              <a:rPr lang="en-IN" sz="1400" dirty="0"/>
              <a:t>, multi-step form, validation, OTP verify </a:t>
            </a:r>
          </a:p>
          <a:p>
            <a:r>
              <a:rPr lang="en-IN" sz="1400" b="1" dirty="0"/>
              <a:t>Order Management</a:t>
            </a:r>
            <a:r>
              <a:rPr lang="en-IN" sz="1400" dirty="0"/>
              <a:t> → </a:t>
            </a:r>
            <a:r>
              <a:rPr lang="en-IN" sz="1400" dirty="0" err="1"/>
              <a:t>OrdersPage</a:t>
            </a:r>
            <a:r>
              <a:rPr lang="en-IN" sz="1400" dirty="0"/>
              <a:t>, SPA routing (/orders), protected routes </a:t>
            </a:r>
          </a:p>
          <a:p>
            <a:r>
              <a:rPr lang="en-IN" sz="1400" b="1" dirty="0"/>
              <a:t>Analytics Dashboard</a:t>
            </a:r>
            <a:r>
              <a:rPr lang="en-IN" sz="1400" dirty="0"/>
              <a:t> → Performance tuning, </a:t>
            </a:r>
            <a:r>
              <a:rPr lang="en-IN" sz="1400" dirty="0" err="1"/>
              <a:t>memoization</a:t>
            </a:r>
            <a:r>
              <a:rPr lang="en-IN" sz="1400" dirty="0"/>
              <a:t>, Lighthouse-ready build </a:t>
            </a:r>
          </a:p>
          <a:p>
            <a:r>
              <a:rPr lang="en-IN" sz="1400" b="1" dirty="0"/>
              <a:t>Notifications Module</a:t>
            </a:r>
            <a:r>
              <a:rPr lang="en-IN" sz="1400" dirty="0"/>
              <a:t> → </a:t>
            </a:r>
            <a:r>
              <a:rPr lang="en-IN" sz="1400" dirty="0" err="1"/>
              <a:t>WishlistSidebar</a:t>
            </a:r>
            <a:r>
              <a:rPr lang="en-IN" sz="1400" dirty="0"/>
              <a:t>, ARIA accessibility, Vite bundling/deploy </a:t>
            </a:r>
          </a:p>
          <a:p>
            <a:r>
              <a:rPr lang="en-IN" sz="1400" b="1" dirty="0"/>
              <a:t>CO6</a:t>
            </a:r>
          </a:p>
          <a:p>
            <a:r>
              <a:rPr lang="en-IN" sz="1400" b="1" dirty="0"/>
              <a:t>Analytics Dashboard</a:t>
            </a:r>
            <a:r>
              <a:rPr lang="en-IN" sz="1400" dirty="0"/>
              <a:t> → Performance tuning, </a:t>
            </a:r>
            <a:r>
              <a:rPr lang="en-IN" sz="1400" dirty="0" err="1"/>
              <a:t>memoization</a:t>
            </a:r>
            <a:r>
              <a:rPr lang="en-IN" sz="1400" dirty="0"/>
              <a:t>, Lighthouse-ready build </a:t>
            </a:r>
          </a:p>
          <a:p>
            <a:r>
              <a:rPr lang="en-IN" sz="1400" b="1" dirty="0"/>
              <a:t>Notifications Module</a:t>
            </a:r>
            <a:r>
              <a:rPr lang="en-IN" sz="1400" dirty="0"/>
              <a:t> → </a:t>
            </a:r>
            <a:r>
              <a:rPr lang="en-IN" sz="1400" dirty="0" err="1"/>
              <a:t>WishlistSidebar</a:t>
            </a:r>
            <a:r>
              <a:rPr lang="en-IN" sz="1400" dirty="0"/>
              <a:t>, ARIA accessibility, Vite bundling/deploy </a:t>
            </a:r>
          </a:p>
          <a:p>
            <a:pPr marL="0" indent="0" algn="l">
              <a:lnSpc>
                <a:spcPts val="1400"/>
              </a:lnSpc>
            </a:pPr>
            <a:endParaRPr lang="en-US" sz="1400" b="1" dirty="0">
              <a:solidFill>
                <a:srgbClr val="FFFFFF"/>
              </a:solidFill>
              <a:latin typeface="Calibri"/>
            </a:endParaRP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6" name="Content Placeholder 5">
            <a:extLst>
              <a:ext uri="{FF2B5EF4-FFF2-40B4-BE49-F238E27FC236}">
                <a16:creationId xmlns:a16="http://schemas.microsoft.com/office/drawing/2014/main" id="{D7E83E56-C380-E74F-34E2-C895B53B9056}"/>
              </a:ext>
            </a:extLst>
          </p:cNvPr>
          <p:cNvPicPr>
            <a:picLocks noGrp="1" noChangeAspect="1"/>
          </p:cNvPicPr>
          <p:nvPr>
            <p:ph idx="1"/>
          </p:nvPr>
        </p:nvPicPr>
        <p:blipFill>
          <a:blip r:embed="rId2"/>
          <a:stretch>
            <a:fillRect/>
          </a:stretch>
        </p:blipFill>
        <p:spPr>
          <a:xfrm>
            <a:off x="457200" y="1673179"/>
            <a:ext cx="8229600" cy="3922805"/>
          </a:xfrm>
          <a:prstGeom prst="rect">
            <a:avLst/>
          </a:prstGeom>
        </p:spPr>
      </p:pic>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77500" lnSpcReduction="20000"/>
          </a:bodyPr>
          <a:lstStyle/>
          <a:p>
            <a:r>
              <a:rPr lang="en-IN" dirty="0"/>
              <a:t>The Flash Sales and Deals Engine offers an effective solution for managing promotional campaigns and limited-time offers in e-commerce environments. By automating deal creation, scheduling, monitoring, and reporting, the system enhances operational efficiency and improves customer satisfaction. It serves as a valuable tool for businesses seeking to increase sales and strengthen customer relationships through targeted promotions. In the future, the system can be enhanced by integrating artificial intelligence for personalized deal recommendations, developing mobile applications for wider accessibility, implementing dynamic pricing mechanisms, and supporting multi-vendor marketplaces. Advanced analytics and customer </a:t>
            </a:r>
            <a:r>
              <a:rPr lang="en-IN" dirty="0" err="1"/>
              <a:t>behavior</a:t>
            </a:r>
            <a:r>
              <a:rPr lang="en-IN" dirty="0"/>
              <a:t> prediction can further improve the effectiveness of promotional campaigns.</a:t>
            </a:r>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fontScale="92500" lnSpcReduction="10000"/>
          </a:bodyPr>
          <a:lstStyle/>
          <a:p>
            <a:r>
              <a:rPr lang="en-IN" dirty="0"/>
              <a:t>The development of this project is based on concepts and technologies from various sources, including research papers on e-commerce promotion management systems, official documentation of React.js, Node.js, and MySQL, software engineering textbooks, and digital marketing analytics resources. These references provide the theoretical and technical foundation required for designing and implementing the Flash Sales and Deals Engine.</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1840</TotalTime>
  <Words>1026</Words>
  <Application>Microsoft Office PowerPoint</Application>
  <PresentationFormat>On-screen Show (4:3)</PresentationFormat>
  <Paragraphs>91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A Project Review Meeting    on  Flash Deals And Sales Engine</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allam charanteja</cp:lastModifiedBy>
  <cp:revision>200</cp:revision>
  <dcterms:created xsi:type="dcterms:W3CDTF">2006-08-16T00:00:00Z</dcterms:created>
  <dcterms:modified xsi:type="dcterms:W3CDTF">2026-06-11T09:20:17Z</dcterms:modified>
</cp:coreProperties>
</file>